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8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6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6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1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3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8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8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1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0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4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6FEF-E96A-4A02-A46A-535FDED64D7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13039-0BF5-4857-812E-03F9EB3D6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2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Bright Coffee Sales Project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3581400"/>
            <a:ext cx="6400800" cy="609600"/>
          </a:xfrm>
        </p:spPr>
        <p:txBody>
          <a:bodyPr/>
          <a:lstStyle/>
          <a:p>
            <a:r>
              <a:rPr lang="en-US" dirty="0" smtClean="0"/>
              <a:t>by Innocent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5" y="152399"/>
            <a:ext cx="2819400" cy="21896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72000"/>
            <a:ext cx="2819400" cy="218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4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thub info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40873"/>
            <a:ext cx="8919789" cy="37893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64856" y="303357"/>
            <a:ext cx="7772400" cy="83964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Project Details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5663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64856" y="303357"/>
            <a:ext cx="7772400" cy="83964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Project Process Map </a:t>
            </a:r>
            <a:endParaRPr lang="en-US" sz="3600" dirty="0"/>
          </a:p>
        </p:txBody>
      </p:sp>
      <p:pic>
        <p:nvPicPr>
          <p:cNvPr id="4" name="Picture 3" descr="process flow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" y="1143000"/>
            <a:ext cx="9032450" cy="4627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62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7147" y="105858"/>
            <a:ext cx="7772400" cy="41982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Project Master Plan  </a:t>
            </a:r>
            <a:endParaRPr lang="en-US" sz="3600" dirty="0"/>
          </a:p>
        </p:txBody>
      </p:sp>
      <p:pic>
        <p:nvPicPr>
          <p:cNvPr id="5" name="Picture 4" descr="Gant chart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2000"/>
            <a:ext cx="8914347" cy="5860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222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7147" y="342683"/>
            <a:ext cx="7772400" cy="41982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Bright Coffee Sales KPI Dashboard   </a:t>
            </a:r>
            <a:endParaRPr lang="en-US" sz="3600" dirty="0"/>
          </a:p>
        </p:txBody>
      </p:sp>
      <p:pic>
        <p:nvPicPr>
          <p:cNvPr id="9" name="Picture 8" descr="all hidden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4762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57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23292" y="525679"/>
            <a:ext cx="7772400" cy="41982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Conclusion   </a:t>
            </a:r>
            <a:endParaRPr lang="en-US" sz="3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1600200"/>
            <a:ext cx="7543800" cy="41982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Wingdings" pitchFamily="2" charset="2"/>
              <a:buChar char="v"/>
            </a:pPr>
            <a:r>
              <a:rPr lang="en-US" sz="2000" dirty="0" smtClean="0"/>
              <a:t>More sale are generated on the coffee Product catergory at 45% on a revenue of R206.7</a:t>
            </a:r>
          </a:p>
          <a:p>
            <a:pPr marL="571500" indent="-571500" algn="l">
              <a:buFont typeface="Wingdings" pitchFamily="2" charset="2"/>
              <a:buChar char="v"/>
            </a:pPr>
            <a:r>
              <a:rPr lang="en-US" sz="2000" dirty="0" smtClean="0"/>
              <a:t>Highest purchases on coffer are on the barista espresso ,followed by a hot chocolate </a:t>
            </a:r>
          </a:p>
          <a:p>
            <a:pPr marL="571500" indent="-571500" algn="l">
              <a:buFont typeface="Wingdings" pitchFamily="2" charset="2"/>
              <a:buChar char="v"/>
            </a:pPr>
            <a:r>
              <a:rPr lang="en-US" sz="2000" dirty="0" smtClean="0"/>
              <a:t>More sales of coffee rise at 9:00 and for tea at the same time </a:t>
            </a:r>
          </a:p>
          <a:p>
            <a:pPr marL="571500" indent="-571500">
              <a:buFont typeface="Wingdings" pitchFamily="2" charset="2"/>
              <a:buChar char="v"/>
            </a:pPr>
            <a:endParaRPr lang="en-US" sz="2000" dirty="0" smtClean="0"/>
          </a:p>
          <a:p>
            <a:pPr marL="571500" indent="-571500">
              <a:buFont typeface="Wingdings" pitchFamily="2" charset="2"/>
              <a:buChar char="v"/>
            </a:pPr>
            <a:endParaRPr lang="en-US" sz="2000" dirty="0" smtClean="0"/>
          </a:p>
          <a:p>
            <a:pPr marL="571500" indent="-571500">
              <a:buFont typeface="Wingdings" pitchFamily="2" charset="2"/>
              <a:buChar char="v"/>
            </a:pPr>
            <a:endParaRPr lang="en-US" sz="2000" dirty="0"/>
          </a:p>
          <a:p>
            <a:r>
              <a:rPr lang="en-US" sz="2000" dirty="0" smtClean="0"/>
              <a:t>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508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67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Bright Coffee Sales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Sales Project </dc:title>
  <dc:creator>dkinno</dc:creator>
  <cp:lastModifiedBy>dkinno</cp:lastModifiedBy>
  <cp:revision>6</cp:revision>
  <dcterms:created xsi:type="dcterms:W3CDTF">2026-03-14T16:52:12Z</dcterms:created>
  <dcterms:modified xsi:type="dcterms:W3CDTF">2026-03-14T17:35:56Z</dcterms:modified>
</cp:coreProperties>
</file>